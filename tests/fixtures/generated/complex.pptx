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10.5</c:v>
                </c:pt>
                <c:pt idx="1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 수치는 잠정치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분기 실적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매출 12% 증가</a:t>
            </a:r>
          </a:p>
          <a:p>
            <a:pPr lvl="1"/>
            <a:r>
              <a:t>신규 고객 340곳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지역별 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 gridSpan="2">
                  <a:txBody>
                    <a:bodyPr/>
                    <a:lstStyle/>
                    <a:p>
                      <a:r>
                        <a:t>지역 합계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서울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증가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and group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371600"/>
            <a:ext cx="2743200" cy="1097280"/>
            <a:chOff x="457200" y="1371600"/>
            <a:chExt cx="2743200" cy="1097280"/>
          </a:xfrm>
        </p:grpSpPr>
        <p:sp>
          <p:nvSpPr>
            <p:cNvPr id="4" name="TextBox 3"/>
            <p:cNvSpPr txBox="1"/>
            <p:nvPr/>
          </p:nvSpPr>
          <p:spPr>
            <a:xfrm>
              <a:off x="457200" y="1371600"/>
              <a:ext cx="27432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text A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2011680"/>
              <a:ext cx="27432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text B</a:t>
              </a:r>
            </a:p>
          </p:txBody>
        </p:sp>
      </p:grp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0" y="13716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Picture 6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실적 발표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